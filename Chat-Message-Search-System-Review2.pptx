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07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40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Message Search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005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 and Algorithms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08696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41763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2510080055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2415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AKSHAY CHANDRA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308696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3260601" y="241763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2510080052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60601" y="272415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MANOJ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308696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025083" y="241763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2510080051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25083" y="272415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PRANITH REDDY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420889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52983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2510080046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83634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BALAJI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420889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52983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2510080053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83634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 CHARAN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39341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Objectives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3925119" y="1592982"/>
            <a:ext cx="2196554" cy="201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the number of chat messages increases, finding a specific word or phrase from a large conversation history becomes difficult and time-consuming.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aims to efficiently search and retrieve relevant chat messages using Data Structures and Algorithms.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56090" y="1605855"/>
            <a:ext cx="21965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6090" y="1945704"/>
            <a:ext cx="2196554" cy="2713434"/>
          </a:xfrm>
          <a:prstGeom prst="rect">
            <a:avLst/>
          </a:prstGeom>
          <a:noFill/>
          <a:ln/>
        </p:spPr>
        <p:txBody>
          <a:bodyPr wrap="square" lIns="0" tIns="54049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system to search for words or phrases within chat messages.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and study different string matching algorithms.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the algorithms based on search time and number of comparisons.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and display messages containing the searched pattern.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DSA concepts to a real-world text-search problem.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03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3501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 research has explored different aspects of searching and retrieving information from conversational and messaging data.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58888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Research Areas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22103"/>
            <a:ext cx="5177582" cy="1332309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behaviour in instant messaging applications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and classification of chat messages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mining of chat conversations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within collaborative messaging platforms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search system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88195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studies establish the importance of efficient search and retrieval in large collections of conversational data.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1585392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37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Selected Research Papers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90278"/>
            <a:ext cx="2622724" cy="30893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80" y="148664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76363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Galal, Koopman &amp; Zuccon (2024)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504331"/>
            <a:ext cx="230110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Searching in Professional Instant Messaging Applications: User Behaviour, Intent, and Pain-points. Studies how users search in platforms such as Slack and Microsoft Teams and identifies challenges in existing messaging search.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390278"/>
            <a:ext cx="2622724" cy="30893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5662" y="148664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421410" y="1976363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Zhang, Simoff &amp; Debenham (2006)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504331"/>
            <a:ext cx="23011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Retrieval and Classification from Chat Room Servers Using Bayesian Networks. Explores automatic retrieval and filtering of messages from online chat-room servers.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390278"/>
            <a:ext cx="2622724" cy="30893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0145" y="148664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5892" y="197636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Hui, He &amp; Dong (2008)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282875"/>
            <a:ext cx="23011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Mining for Chat Message Analysis. Investigates computational analysis and extraction of useful information from instant-messaging conversations.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44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String Matching Algorithms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Naïve String Matching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approach that checks the pattern at every possible position.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Knuth–Morris–Pratt (KMP)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the LPS array to avoid unnecessary comparisons.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Rabin–Karp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rolling hash values to identify possible matches efficiently.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Boyer–Moore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mismatch information to skip sections of the 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Aho–Corasick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345891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efficient searching of multiple patterns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9178" y="1781431"/>
            <a:ext cx="398673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Existing studies mainly focus on</a:t>
            </a: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38846"/>
            <a:ext cx="3986733" cy="495449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search behaviour</a:t>
            </a:r>
            <a:endParaRPr lang="en-US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retrieval and classification</a:t>
            </a:r>
            <a:endParaRPr lang="en-US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mining</a:t>
            </a:r>
            <a:endParaRPr lang="en-US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search</a:t>
            </a:r>
            <a:endParaRPr lang="en-US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Search-system architecture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611" y="4093699"/>
            <a:ext cx="3986733" cy="155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However, there is an opportunity to develop a DSA-focused chat message search system that directly implements and compares classical string-searching techniques on the same dataset.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09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Methodology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40445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703702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Query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41329" y="3986859"/>
            <a:ext cx="1210397" cy="15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input query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327588"/>
            <a:ext cx="1210397" cy="44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Pattern Matching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49316" y="3831196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matching algorithm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258169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 Collection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193" y="1761776"/>
            <a:ext cx="1210397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with ID, sender, timestamp, content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258169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 Detection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3279" y="1761776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matching messages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258169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14612" y="1541326"/>
            <a:ext cx="1210397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 messages and pattern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555034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methodology follows a structured pipeline from data collection through to performance analysis, ensuring consistent and reproducible evaluation of each algorithm.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Workflow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Algorithm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Query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 Text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workflow illustrates the end-to-end pipeline of the system, from raw dataset ingestion through preprocessing, algorithm selection, pattern matching, and final performance reporting.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45140" y="1467258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algorithms will be tested using the same datasets and search queries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247717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Conditions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8870" y="2941892"/>
            <a:ext cx="3986733" cy="393725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numbers of messages</a:t>
            </a:r>
            <a:endParaRPr lang="en-US" sz="20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message lengths</a:t>
            </a:r>
            <a:endParaRPr lang="en-US" sz="20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and long search patterns</a:t>
            </a:r>
            <a:endParaRPr lang="en-US" sz="20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and non-existing patterns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8" y="363959"/>
            <a:ext cx="3311649" cy="4415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94543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Outcome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3925119" y="907182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will identify how different algorithms perform under different search conditions and demonstrate the practical application of DSA in chat-message searching.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359843"/>
            <a:ext cx="293489" cy="2934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5119" y="1774850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Performance Insights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925119" y="2016547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how each string-matching algorithm performs under varying search conditions and dataset sizes.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554337"/>
            <a:ext cx="293489" cy="2934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25119" y="2969344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Practical DSA Application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925119" y="3211041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the real-world relevance of classical data structures and algorithms in a chat-message search context.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748832"/>
            <a:ext cx="293489" cy="2934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25119" y="4163839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Comparative Analysis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3925119" y="4405536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clear comparison of algorithms by execution time, comparisons made, and search accuracy.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629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CHANDRA</cp:lastModifiedBy>
  <cp:revision>3</cp:revision>
  <dcterms:created xsi:type="dcterms:W3CDTF">2026-08-18T06:11:10Z</dcterms:created>
  <dcterms:modified xsi:type="dcterms:W3CDTF">2026-08-18T07:51:05Z</dcterms:modified>
</cp:coreProperties>
</file>